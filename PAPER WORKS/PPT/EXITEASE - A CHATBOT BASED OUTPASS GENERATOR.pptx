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entury Gothic Paneuropean Bold" charset="1" panose="020B0702020202020204"/>
      <p:regular r:id="rId15"/>
    </p:embeddedFont>
    <p:embeddedFont>
      <p:font typeface="Century Gothic Paneuropean" charset="1" panose="020B0502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4754" y="3297377"/>
            <a:ext cx="13018493" cy="212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EXITEASE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00816" y="5660585"/>
            <a:ext cx="10889793" cy="2067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2"/>
              </a:lnSpc>
            </a:pPr>
            <a:r>
              <a:rPr lang="en-US" sz="59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 CHATBOT BASED OUTPASS GENERATOR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70411" y="1366486"/>
            <a:ext cx="13190821" cy="139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PROBLEM IDENTIFICATION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9057" y="3441453"/>
            <a:ext cx="15176201" cy="5331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6"/>
              </a:lnSpc>
            </a:pPr>
            <a:r>
              <a:rPr lang="en-US" sz="2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 many educational institutions, the outpass process is handled manually, which leads to several issues:</a:t>
            </a:r>
          </a:p>
          <a:p>
            <a:pPr algn="l" marL="591627" indent="-295813" lvl="1">
              <a:lnSpc>
                <a:spcPts val="3836"/>
              </a:lnSpc>
              <a:buFont typeface="Arial"/>
              <a:buChar char="•"/>
            </a:pPr>
            <a:r>
              <a:rPr lang="en-US" b="true" sz="27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Time-Consuming Process: </a:t>
            </a:r>
            <a:r>
              <a:rPr lang="en-US" sz="2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Students have to get physical signatures from multiple authorities, which wastes time.</a:t>
            </a:r>
          </a:p>
          <a:p>
            <a:pPr algn="l" marL="591627" indent="-295813" lvl="1">
              <a:lnSpc>
                <a:spcPts val="3836"/>
              </a:lnSpc>
              <a:buFont typeface="Arial"/>
              <a:buChar char="•"/>
            </a:pPr>
            <a:r>
              <a:rPr lang="en-US" sz="2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7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Lack of Transparency:</a:t>
            </a:r>
            <a:r>
              <a:rPr lang="en-US" sz="2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Students don't know the current status of their request or the reason for rejection..</a:t>
            </a:r>
          </a:p>
          <a:p>
            <a:pPr algn="l" marL="591627" indent="-295813" lvl="1">
              <a:lnSpc>
                <a:spcPts val="3836"/>
              </a:lnSpc>
              <a:buFont typeface="Arial"/>
              <a:buChar char="•"/>
            </a:pPr>
            <a:r>
              <a:rPr lang="en-US" sz="2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7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Manual Errors:</a:t>
            </a:r>
            <a:r>
              <a:rPr lang="en-US" sz="2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Paper-based systems are prone to errors, misplacement, or unauthorized approvals.</a:t>
            </a:r>
          </a:p>
          <a:p>
            <a:pPr algn="l" marL="591627" indent="-295813" lvl="1">
              <a:lnSpc>
                <a:spcPts val="3836"/>
              </a:lnSpc>
              <a:buFont typeface="Arial"/>
              <a:buChar char="•"/>
            </a:pPr>
            <a:r>
              <a:rPr lang="en-US" sz="2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7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No Real-Time Tracking:</a:t>
            </a:r>
            <a:r>
              <a:rPr lang="en-US" sz="2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Authorities and security personnel can’t track or verify approved requests efficiently.</a:t>
            </a:r>
          </a:p>
          <a:p>
            <a:pPr algn="l" marL="591627" indent="-295813" lvl="1">
              <a:lnSpc>
                <a:spcPts val="3836"/>
              </a:lnSpc>
              <a:buFont typeface="Arial"/>
              <a:buChar char="•"/>
            </a:pPr>
            <a:r>
              <a:rPr lang="en-US" sz="2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7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Inefficient Record-Keeping: </a:t>
            </a:r>
            <a:r>
              <a:rPr lang="en-US" sz="2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No proper digital history or data for future reference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690069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BASE PAPER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01585" y="3624871"/>
            <a:ext cx="15357715" cy="2637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395" indent="-328198" lvl="1">
              <a:lnSpc>
                <a:spcPts val="4256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"A Smart Leave Management System Using Chatbots“ This paper explores the use of AI-driven chatbots to automate leave request processes, streamlining approval workflows and reducing administrative burden. It highlights the integration of conversational interfaces in managing leave requests and approvals efficiently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01585" y="6452262"/>
            <a:ext cx="15126104" cy="2637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395" indent="-328198" lvl="1">
              <a:lnSpc>
                <a:spcPts val="4256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"Automating Student Leave Management System with Role-Based Access“ This study discusses the automation of student leave management using a role-based workflow for approvals. It outlines the benefits of reducing paperwork and enhancing transparency in the approval process by leveraging digital technologies.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323077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4290" y="3203956"/>
            <a:ext cx="14374652" cy="6054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7925" indent="-338962" lvl="1">
              <a:lnSpc>
                <a:spcPts val="4395"/>
              </a:lnSpc>
              <a:buFont typeface="Arial"/>
              <a:buChar char="•"/>
            </a:pPr>
            <a:r>
              <a:rPr lang="en-US" sz="313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automate the outpass request and approval process using a chatbot.</a:t>
            </a:r>
          </a:p>
          <a:p>
            <a:pPr algn="l" marL="677925" indent="-338962" lvl="1">
              <a:lnSpc>
                <a:spcPts val="4395"/>
              </a:lnSpc>
              <a:buFont typeface="Arial"/>
              <a:buChar char="•"/>
            </a:pPr>
            <a:r>
              <a:rPr lang="en-US" sz="313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provide a user-friendly interface for students to request outpasses.</a:t>
            </a:r>
          </a:p>
          <a:p>
            <a:pPr algn="l" marL="677925" indent="-338962" lvl="1">
              <a:lnSpc>
                <a:spcPts val="4395"/>
              </a:lnSpc>
              <a:buFont typeface="Arial"/>
              <a:buChar char="•"/>
            </a:pPr>
            <a:r>
              <a:rPr lang="en-US" sz="313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implement a 3-level approval workflow with role-specific dashboards.</a:t>
            </a:r>
          </a:p>
          <a:p>
            <a:pPr algn="l" marL="677925" indent="-338962" lvl="1">
              <a:lnSpc>
                <a:spcPts val="4395"/>
              </a:lnSpc>
              <a:buFont typeface="Arial"/>
              <a:buChar char="•"/>
            </a:pPr>
            <a:r>
              <a:rPr lang="en-US" sz="313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enable fast-track approvals during emergencies.</a:t>
            </a:r>
          </a:p>
          <a:p>
            <a:pPr algn="l" marL="677925" indent="-338962" lvl="1">
              <a:lnSpc>
                <a:spcPts val="4395"/>
              </a:lnSpc>
              <a:buFont typeface="Arial"/>
              <a:buChar char="•"/>
            </a:pPr>
            <a:r>
              <a:rPr lang="en-US" sz="313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send notifications to students at each approval or rejection stage.</a:t>
            </a:r>
          </a:p>
          <a:p>
            <a:pPr algn="l" marL="677925" indent="-338962" lvl="1">
              <a:lnSpc>
                <a:spcPts val="4395"/>
              </a:lnSpc>
              <a:buFont typeface="Arial"/>
              <a:buChar char="•"/>
            </a:pPr>
            <a:r>
              <a:rPr lang="en-US" sz="313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allow security to capture a photo of students leaving early or returning late.</a:t>
            </a:r>
          </a:p>
          <a:p>
            <a:pPr algn="l" marL="677925" indent="-338962" lvl="1">
              <a:lnSpc>
                <a:spcPts val="4395"/>
              </a:lnSpc>
              <a:buFont typeface="Arial"/>
              <a:buChar char="•"/>
            </a:pPr>
            <a:r>
              <a:rPr lang="en-US" sz="313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flag outpass violations for admin review and maintain leave history records.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690069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03745" y="2831459"/>
            <a:ext cx="15555555" cy="5625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6"/>
              </a:lnSpc>
            </a:pPr>
          </a:p>
          <a:p>
            <a:pPr algn="l" marL="764343" indent="-382171" lvl="1">
              <a:lnSpc>
                <a:spcPts val="4956"/>
              </a:lnSpc>
              <a:buFont typeface="Arial"/>
              <a:buChar char="•"/>
            </a:pPr>
            <a:r>
              <a:rPr lang="en-US" b="true" sz="35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Requirement Analysis</a:t>
            </a:r>
            <a:r>
              <a:rPr lang="en-US" sz="35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– Identify user roles and approval steps</a:t>
            </a:r>
          </a:p>
          <a:p>
            <a:pPr algn="l" marL="764343" indent="-382171" lvl="1">
              <a:lnSpc>
                <a:spcPts val="4956"/>
              </a:lnSpc>
              <a:buFont typeface="Arial"/>
              <a:buChar char="•"/>
            </a:pPr>
            <a:r>
              <a:rPr lang="en-US" b="true" sz="35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Chatbot Design</a:t>
            </a:r>
            <a:r>
              <a:rPr lang="en-US" sz="35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– Create rule-based chatbot with fixed responses</a:t>
            </a:r>
          </a:p>
          <a:p>
            <a:pPr algn="l" marL="764343" indent="-382171" lvl="1">
              <a:lnSpc>
                <a:spcPts val="4956"/>
              </a:lnSpc>
              <a:buFont typeface="Arial"/>
              <a:buChar char="•"/>
            </a:pPr>
            <a:r>
              <a:rPr lang="en-US" b="true" sz="35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System Development</a:t>
            </a:r>
            <a:r>
              <a:rPr lang="en-US" sz="35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– Use Flask for backend, MongoDB for data, HTML/CSS/JS for frontend</a:t>
            </a:r>
          </a:p>
          <a:p>
            <a:pPr algn="l" marL="764343" indent="-382171" lvl="1">
              <a:lnSpc>
                <a:spcPts val="4956"/>
              </a:lnSpc>
              <a:buFont typeface="Arial"/>
              <a:buChar char="•"/>
            </a:pPr>
            <a:r>
              <a:rPr lang="en-US" b="true" sz="35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Approval Flow</a:t>
            </a:r>
            <a:r>
              <a:rPr lang="en-US" sz="35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– Implement 4-level approval with notifications</a:t>
            </a:r>
          </a:p>
          <a:p>
            <a:pPr algn="l" marL="764343" indent="-382171" lvl="1">
              <a:lnSpc>
                <a:spcPts val="4956"/>
              </a:lnSpc>
              <a:buFont typeface="Arial"/>
              <a:buChar char="•"/>
            </a:pPr>
            <a:r>
              <a:rPr lang="en-US" b="true" sz="35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Security Module</a:t>
            </a:r>
            <a:r>
              <a:rPr lang="en-US" sz="35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– Allow photo capture and flagging for early/late exits</a:t>
            </a:r>
          </a:p>
          <a:p>
            <a:pPr algn="l" marL="742753" indent="-371377" lvl="1">
              <a:lnSpc>
                <a:spcPts val="4816"/>
              </a:lnSpc>
              <a:buFont typeface="Arial"/>
              <a:buChar char="•"/>
            </a:pPr>
            <a:r>
              <a:rPr lang="en-US" b="true" sz="34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Testing &amp; Deployment</a:t>
            </a:r>
            <a:r>
              <a:rPr lang="en-US" sz="34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– Test all functions and deploy the system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690069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TECH STACK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54722" y="4140216"/>
            <a:ext cx="13981981" cy="316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Frontend: HTML, CSS, JavaScript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Backend: Python (Flask Framework) Rule-based Chatbot 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Database: MongoDB (for storing user data, requests, logs)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Authentication:Flask-Login (for role-based access control)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Notification:Flask-Mail (for request updates)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163553" y="3287629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75411" y="1193263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WORKFLOW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690069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52328" y="3613067"/>
            <a:ext cx="12994472" cy="261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395" indent="-328198" lvl="1">
              <a:lnSpc>
                <a:spcPts val="4256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Exit Ease project successfully automates the outpass process using a rule-based chatbot.</a:t>
            </a:r>
            <a:r>
              <a:rPr lang="en-US" sz="30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It ensures smooth and transparent approval flow, handles emergencies efficiently, and helps maintain discipline through security photo capture and flagging.</a:t>
            </a:r>
          </a:p>
          <a:p>
            <a:pPr algn="l">
              <a:lnSpc>
                <a:spcPts val="411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452328" y="6215920"/>
            <a:ext cx="12069186" cy="157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335" indent="-328168" lvl="1">
              <a:lnSpc>
                <a:spcPts val="4255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system reduces manual workload, saves time, and provides a digital record of all student movements, making it highly beneficial for institutions.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DAGm2s446z4</dc:identifier>
  <dcterms:modified xsi:type="dcterms:W3CDTF">2011-08-01T06:04:30Z</dcterms:modified>
  <cp:revision>1</cp:revision>
  <dc:title>Black Yellow Modern Minimalist Elegant Presentation</dc:title>
</cp:coreProperties>
</file>